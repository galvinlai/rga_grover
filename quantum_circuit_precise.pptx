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74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457200"/>
            <a:ext cx="10515600" cy="5486400"/>
          </a:xfrm>
          <a:prstGeom prst="rect">
            <a:avLst/>
          </a:prstGeom>
          <a:noFill/>
          <a:ln w="50800">
            <a:solidFill>
              <a:srgbClr val="3C4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latin typeface="Arial"/>
              </a:defRPr>
            </a:pPr>
            <a:r>
              <a:t>Step 4. Retrain the searched ansatz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914400" y="2743200"/>
            <a:ext cx="822960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5760" y="251460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latin typeface="Times New Roman"/>
              </a:defRPr>
            </a:pPr>
            <a:r>
              <a:t>|0⟩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14400" y="3291840"/>
            <a:ext cx="822960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65760" y="306324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latin typeface="Times New Roman"/>
              </a:defRPr>
            </a:pPr>
            <a:r>
              <a:t>|0⟩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914400" y="4389120"/>
            <a:ext cx="822960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65760" y="416052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latin typeface="Times New Roman"/>
              </a:defRPr>
            </a:pPr>
            <a:r>
              <a:t>|0⟩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14400" y="4937760"/>
            <a:ext cx="822960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65760" y="470916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latin typeface="Times New Roman"/>
              </a:defRPr>
            </a:pPr>
            <a:r>
              <a:t>|0⟩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6576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...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36576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...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371600" y="2468880"/>
            <a:ext cx="914400" cy="2743200"/>
          </a:xfrm>
          <a:prstGeom prst="roundRect">
            <a:avLst/>
          </a:prstGeom>
          <a:solidFill>
            <a:srgbClr val="EBB9A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400" i="1">
                <a:solidFill>
                  <a:srgbClr val="000000"/>
                </a:solidFill>
                <a:latin typeface="Times New Roman"/>
              </a:defRPr>
            </a:pPr>
            <a:r>
              <a:t>Ux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560320" y="2194560"/>
            <a:ext cx="1463040" cy="3291840"/>
          </a:xfrm>
          <a:prstGeom prst="roundRect">
            <a:avLst/>
          </a:prstGeom>
          <a:solidFill>
            <a:srgbClr val="FFF8DC"/>
          </a:solidFill>
          <a:ln>
            <a:solidFill>
              <a:srgbClr val="E6C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560320" y="1828800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B45A14"/>
                </a:solidFill>
                <a:latin typeface="Times New Roman"/>
              </a:defRPr>
            </a:pPr>
            <a:r>
              <a:t>U1(θ)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0" y="2537460"/>
            <a:ext cx="411480" cy="41148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i="1">
                <a:solidFill>
                  <a:srgbClr val="000000"/>
                </a:solidFill>
                <a:latin typeface="Times New Roman"/>
              </a:defRPr>
            </a:pPr>
            <a:r>
              <a:t>Rx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0" y="3086100"/>
            <a:ext cx="411480" cy="41148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i="1">
                <a:solidFill>
                  <a:srgbClr val="000000"/>
                </a:solidFill>
                <a:latin typeface="Times New Roman"/>
              </a:defRPr>
            </a:pPr>
            <a:r>
              <a:t>Rx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0" y="4183380"/>
            <a:ext cx="411480" cy="41148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i="1">
                <a:solidFill>
                  <a:srgbClr val="000000"/>
                </a:solidFill>
                <a:latin typeface="Times New Roman"/>
              </a:defRPr>
            </a:pPr>
            <a:r>
              <a:t>Rx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0" y="4732020"/>
            <a:ext cx="411480" cy="41148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i="1">
                <a:solidFill>
                  <a:srgbClr val="000000"/>
                </a:solidFill>
                <a:latin typeface="Times New Roman"/>
              </a:defRPr>
            </a:pPr>
            <a:r>
              <a:t>Rx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589020" y="2743200"/>
            <a:ext cx="0" cy="54864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3534156" y="2688336"/>
            <a:ext cx="109728" cy="109728"/>
          </a:xfrm>
          <a:prstGeom prst="ellipse">
            <a:avLst/>
          </a:prstGeom>
          <a:solidFill>
            <a:srgbClr val="0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383279" y="3086100"/>
            <a:ext cx="411480" cy="41148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i="1">
                <a:solidFill>
                  <a:srgbClr val="000000"/>
                </a:solidFill>
                <a:latin typeface="Times New Roman"/>
              </a:defRPr>
            </a:pPr>
            <a:r>
              <a:t>I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589020" y="4389120"/>
            <a:ext cx="0" cy="54864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3534156" y="4334256"/>
            <a:ext cx="109728" cy="109728"/>
          </a:xfrm>
          <a:prstGeom prst="ellipse">
            <a:avLst/>
          </a:prstGeom>
          <a:solidFill>
            <a:srgbClr val="0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383279" y="4732020"/>
            <a:ext cx="411480" cy="41148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i="1">
                <a:solidFill>
                  <a:srgbClr val="000000"/>
                </a:solidFill>
                <a:latin typeface="Times New Roman"/>
              </a:defRPr>
            </a:pPr>
            <a:r>
              <a:t>X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0" y="2194560"/>
            <a:ext cx="1463040" cy="3291840"/>
          </a:xfrm>
          <a:prstGeom prst="roundRect">
            <a:avLst/>
          </a:prstGeom>
          <a:solidFill>
            <a:srgbClr val="FFF8DC"/>
          </a:solidFill>
          <a:ln>
            <a:solidFill>
              <a:srgbClr val="E6C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029200" y="1828800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B45A14"/>
                </a:solidFill>
                <a:latin typeface="Times New Roman"/>
              </a:defRPr>
            </a:pPr>
            <a:r>
              <a:t>UL(θ)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212080" y="2537460"/>
            <a:ext cx="411480" cy="41148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i="1">
                <a:solidFill>
                  <a:srgbClr val="000000"/>
                </a:solidFill>
                <a:latin typeface="Times New Roman"/>
              </a:defRPr>
            </a:pPr>
            <a:r>
              <a:t>Ry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212080" y="3086100"/>
            <a:ext cx="411480" cy="41148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i="1">
                <a:solidFill>
                  <a:srgbClr val="000000"/>
                </a:solidFill>
                <a:latin typeface="Times New Roman"/>
              </a:defRPr>
            </a:pPr>
            <a:r>
              <a:t>Ry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212080" y="4183380"/>
            <a:ext cx="411480" cy="41148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i="1">
                <a:solidFill>
                  <a:srgbClr val="000000"/>
                </a:solidFill>
                <a:latin typeface="Times New Roman"/>
              </a:defRPr>
            </a:pPr>
            <a:r>
              <a:t>Ry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212080" y="4732020"/>
            <a:ext cx="411480" cy="41148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i="1">
                <a:solidFill>
                  <a:srgbClr val="000000"/>
                </a:solidFill>
                <a:latin typeface="Times New Roman"/>
              </a:defRPr>
            </a:pPr>
            <a:r>
              <a:t>Ry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057900" y="2743200"/>
            <a:ext cx="0" cy="54864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6003036" y="2688336"/>
            <a:ext cx="109728" cy="109728"/>
          </a:xfrm>
          <a:prstGeom prst="ellipse">
            <a:avLst/>
          </a:prstGeom>
          <a:solidFill>
            <a:srgbClr val="0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852160" y="3086100"/>
            <a:ext cx="411480" cy="41148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i="1">
                <a:solidFill>
                  <a:srgbClr val="000000"/>
                </a:solidFill>
                <a:latin typeface="Times New Roman"/>
              </a:defRPr>
            </a:pPr>
            <a:r>
              <a:t>X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6057900" y="4389120"/>
            <a:ext cx="0" cy="54864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6003036" y="4334256"/>
            <a:ext cx="109728" cy="109728"/>
          </a:xfrm>
          <a:prstGeom prst="ellipse">
            <a:avLst/>
          </a:prstGeom>
          <a:solidFill>
            <a:srgbClr val="0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5852160" y="4732020"/>
            <a:ext cx="411480" cy="41148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i="1">
                <a:solidFill>
                  <a:srgbClr val="000000"/>
                </a:solidFill>
                <a:latin typeface="Times New Roman"/>
              </a:defRPr>
            </a:pPr>
            <a:r>
              <a:t>X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132320" y="2537460"/>
            <a:ext cx="411480" cy="41148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Arc 39"/>
          <p:cNvSpPr/>
          <p:nvPr/>
        </p:nvSpPr>
        <p:spPr>
          <a:xfrm>
            <a:off x="7178040" y="2697480"/>
            <a:ext cx="320040" cy="320040"/>
          </a:xfrm>
          <a:prstGeom prst="arc">
            <a:avLst>
              <a:gd name="adj1" fmla="val 4500000"/>
              <a:gd name="adj2" fmla="val 13500000"/>
            </a:avLst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1" name="Connector 40"/>
          <p:cNvCxnSpPr/>
          <p:nvPr/>
        </p:nvCxnSpPr>
        <p:spPr>
          <a:xfrm flipV="1">
            <a:off x="7338060" y="2651760"/>
            <a:ext cx="114300" cy="22860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 41"/>
          <p:cNvSpPr/>
          <p:nvPr/>
        </p:nvSpPr>
        <p:spPr>
          <a:xfrm>
            <a:off x="7132320" y="3086100"/>
            <a:ext cx="411480" cy="41148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Arc 42"/>
          <p:cNvSpPr/>
          <p:nvPr/>
        </p:nvSpPr>
        <p:spPr>
          <a:xfrm>
            <a:off x="7178040" y="3246120"/>
            <a:ext cx="320040" cy="320040"/>
          </a:xfrm>
          <a:prstGeom prst="arc">
            <a:avLst>
              <a:gd name="adj1" fmla="val 4500000"/>
              <a:gd name="adj2" fmla="val 13500000"/>
            </a:avLst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4" name="Connector 43"/>
          <p:cNvCxnSpPr/>
          <p:nvPr/>
        </p:nvCxnSpPr>
        <p:spPr>
          <a:xfrm flipV="1">
            <a:off x="7338060" y="3200400"/>
            <a:ext cx="114300" cy="22860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ectangle 44"/>
          <p:cNvSpPr/>
          <p:nvPr/>
        </p:nvSpPr>
        <p:spPr>
          <a:xfrm>
            <a:off x="7132320" y="4183380"/>
            <a:ext cx="411480" cy="41148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Arc 45"/>
          <p:cNvSpPr/>
          <p:nvPr/>
        </p:nvSpPr>
        <p:spPr>
          <a:xfrm>
            <a:off x="7178040" y="4343400"/>
            <a:ext cx="320040" cy="320040"/>
          </a:xfrm>
          <a:prstGeom prst="arc">
            <a:avLst>
              <a:gd name="adj1" fmla="val 4500000"/>
              <a:gd name="adj2" fmla="val 13500000"/>
            </a:avLst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7" name="Connector 46"/>
          <p:cNvCxnSpPr/>
          <p:nvPr/>
        </p:nvCxnSpPr>
        <p:spPr>
          <a:xfrm flipV="1">
            <a:off x="7338060" y="4297680"/>
            <a:ext cx="114300" cy="22860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angle 47"/>
          <p:cNvSpPr/>
          <p:nvPr/>
        </p:nvSpPr>
        <p:spPr>
          <a:xfrm>
            <a:off x="7132320" y="4732020"/>
            <a:ext cx="411480" cy="41148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Arc 48"/>
          <p:cNvSpPr/>
          <p:nvPr/>
        </p:nvSpPr>
        <p:spPr>
          <a:xfrm>
            <a:off x="7178040" y="4892040"/>
            <a:ext cx="320040" cy="320040"/>
          </a:xfrm>
          <a:prstGeom prst="arc">
            <a:avLst>
              <a:gd name="adj1" fmla="val 4500000"/>
              <a:gd name="adj2" fmla="val 13500000"/>
            </a:avLst>
          </a:prstGeom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0" name="Connector 49"/>
          <p:cNvCxnSpPr/>
          <p:nvPr/>
        </p:nvCxnSpPr>
        <p:spPr>
          <a:xfrm flipV="1">
            <a:off x="7338060" y="4846320"/>
            <a:ext cx="114300" cy="22860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ounded Rectangle 50"/>
          <p:cNvSpPr/>
          <p:nvPr/>
        </p:nvSpPr>
        <p:spPr>
          <a:xfrm>
            <a:off x="8046720" y="3657600"/>
            <a:ext cx="1828800" cy="1097280"/>
          </a:xfrm>
          <a:prstGeom prst="roundRect">
            <a:avLst/>
          </a:prstGeom>
          <a:solidFill>
            <a:srgbClr val="D7E4BD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>
                <a:solidFill>
                  <a:srgbClr val="000000"/>
                </a:solidFill>
                <a:latin typeface="Times New Roman"/>
              </a:defRPr>
            </a:pPr>
            <a:r>
              <a:t>Classical</a:t>
            </a:r>
          </a:p>
          <a:p>
            <a:r>
              <a:t>optimizer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7543800" y="3840480"/>
            <a:ext cx="502920" cy="36576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8229600" y="182880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latin typeface="Times New Roman"/>
              </a:defRPr>
            </a:pPr>
            <a:r>
              <a:t>Update</a:t>
            </a:r>
            <a:br/>
            <a:r>
              <a:t>Parameters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47</Words>
  <Application>Microsoft Macintosh PowerPoint</Application>
  <PresentationFormat>自定义</PresentationFormat>
  <Paragraphs>25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好好计划的macbook</cp:lastModifiedBy>
  <cp:revision>2</cp:revision>
  <dcterms:created xsi:type="dcterms:W3CDTF">2013-01-27T09:14:16Z</dcterms:created>
  <dcterms:modified xsi:type="dcterms:W3CDTF">2025-11-23T11:03:26Z</dcterms:modified>
  <cp:category/>
</cp:coreProperties>
</file>