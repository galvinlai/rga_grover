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napToObjects="1">
      <p:cViewPr>
        <p:scale>
          <a:sx n="170" d="100"/>
          <a:sy n="170" d="100"/>
        </p:scale>
        <p:origin x="504" y="1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latin typeface="Times New Roman"/>
              </a:defRPr>
            </a:pPr>
            <a:r>
              <a:t>Step 4. Retrain the searched ansatz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914400" y="1371600"/>
            <a:ext cx="640080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82880" y="11887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latin typeface="Times New Roman"/>
              </a:defRPr>
            </a:pPr>
            <a:r>
              <a:t>|0⟩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828800"/>
            <a:ext cx="640080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82880" y="16459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latin typeface="Times New Roman"/>
              </a:defRPr>
            </a:pPr>
            <a:r>
              <a:t>|0⟩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2743200"/>
            <a:ext cx="640080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82880" y="25603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latin typeface="Times New Roman"/>
              </a:defRPr>
            </a:pPr>
            <a:r>
              <a:t>|0⟩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14400" y="3200400"/>
            <a:ext cx="640080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82880" y="30175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latin typeface="Times New Roman"/>
              </a:defRPr>
            </a:pPr>
            <a:r>
              <a:t>|0⟩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1945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latin typeface="Times New Roman"/>
              </a:defRPr>
            </a:pPr>
            <a:r>
              <a:t>...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1945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latin typeface="Times New Roman"/>
              </a:defRPr>
            </a:pPr>
            <a:r>
              <a:t>...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1188720"/>
            <a:ext cx="731520" cy="2194560"/>
          </a:xfrm>
          <a:prstGeom prst="roundRect">
            <a:avLst/>
          </a:prstGeom>
          <a:solidFill>
            <a:srgbClr val="EAABB5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>
                <a:solidFill>
                  <a:srgbClr val="000000"/>
                </a:solidFill>
                <a:latin typeface="Arial"/>
              </a:defRPr>
            </a:pPr>
            <a:r>
              <a:t>Ux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0" y="1005840"/>
            <a:ext cx="1097280" cy="2560320"/>
          </a:xfrm>
          <a:prstGeom prst="rect">
            <a:avLst/>
          </a:prstGeom>
          <a:solidFill>
            <a:srgbClr val="FFF8E1"/>
          </a:solidFill>
          <a:ln w="12700">
            <a:solidFill>
              <a:srgbClr val="FFC864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194560" y="731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C86400"/>
                </a:solidFill>
                <a:latin typeface="Times New Roman"/>
              </a:defRPr>
            </a:pPr>
            <a:r>
              <a:t>U1(θ)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94560" y="1211580"/>
            <a:ext cx="3200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>
                <a:solidFill>
                  <a:srgbClr val="000000"/>
                </a:solidFill>
                <a:latin typeface="Arial"/>
              </a:defRPr>
            </a:pPr>
            <a:r>
              <a:t>Rx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94560" y="1668780"/>
            <a:ext cx="3200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>
                <a:solidFill>
                  <a:srgbClr val="000000"/>
                </a:solidFill>
                <a:latin typeface="Arial"/>
              </a:defRPr>
            </a:pPr>
            <a:r>
              <a:t>Rx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94560" y="2583180"/>
            <a:ext cx="3200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>
                <a:solidFill>
                  <a:srgbClr val="000000"/>
                </a:solidFill>
                <a:latin typeface="Arial"/>
              </a:defRPr>
            </a:pPr>
            <a:r>
              <a:t>Rx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94560" y="3040380"/>
            <a:ext cx="3200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>
                <a:solidFill>
                  <a:srgbClr val="000000"/>
                </a:solidFill>
                <a:latin typeface="Arial"/>
              </a:defRPr>
            </a:pPr>
            <a:r>
              <a:t>Rx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811779" y="1371600"/>
            <a:ext cx="0" cy="457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2651760" y="1668780"/>
            <a:ext cx="3200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>
                <a:solidFill>
                  <a:srgbClr val="000000"/>
                </a:solidFill>
                <a:latin typeface="Arial"/>
              </a:defRPr>
            </a:pPr>
            <a:r>
              <a:t>I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811779" y="2743200"/>
            <a:ext cx="0" cy="457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2651760" y="3040380"/>
            <a:ext cx="3200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>
                <a:solidFill>
                  <a:srgbClr val="000000"/>
                </a:solidFill>
                <a:latin typeface="Arial"/>
              </a:defRPr>
            </a:pPr>
            <a:r>
              <a:t>X</a:t>
            </a:r>
          </a:p>
        </p:txBody>
      </p:sp>
      <p:sp>
        <p:nvSpPr>
          <p:cNvPr id="24" name="Oval 23"/>
          <p:cNvSpPr/>
          <p:nvPr/>
        </p:nvSpPr>
        <p:spPr>
          <a:xfrm>
            <a:off x="2766060" y="1325880"/>
            <a:ext cx="91440" cy="91440"/>
          </a:xfrm>
          <a:prstGeom prst="ellipse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2766060" y="2697480"/>
            <a:ext cx="91440" cy="91440"/>
          </a:xfrm>
          <a:prstGeom prst="ellipse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389120" y="1005840"/>
            <a:ext cx="1097280" cy="2560320"/>
          </a:xfrm>
          <a:prstGeom prst="rect">
            <a:avLst/>
          </a:prstGeom>
          <a:solidFill>
            <a:srgbClr val="FFF8E1"/>
          </a:solidFill>
          <a:ln w="12700">
            <a:solidFill>
              <a:srgbClr val="FFC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0" y="731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C86400"/>
                </a:solidFill>
                <a:latin typeface="Times New Roman"/>
              </a:defRPr>
            </a:pPr>
            <a:r>
              <a:t>UL(θ)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0" y="1211580"/>
            <a:ext cx="3200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>
                <a:solidFill>
                  <a:srgbClr val="000000"/>
                </a:solidFill>
                <a:latin typeface="Arial"/>
              </a:defRPr>
            </a:pPr>
            <a:r>
              <a:t>Ry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0" y="1668780"/>
            <a:ext cx="3200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>
                <a:solidFill>
                  <a:srgbClr val="000000"/>
                </a:solidFill>
                <a:latin typeface="Arial"/>
              </a:defRPr>
            </a:pPr>
            <a:r>
              <a:t>Ry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0" y="2583180"/>
            <a:ext cx="3200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>
                <a:solidFill>
                  <a:srgbClr val="000000"/>
                </a:solidFill>
                <a:latin typeface="Arial"/>
              </a:defRPr>
            </a:pPr>
            <a:r>
              <a:rPr dirty="0"/>
              <a:t>Ry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0" y="3040380"/>
            <a:ext cx="3200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>
                <a:solidFill>
                  <a:srgbClr val="000000"/>
                </a:solidFill>
                <a:latin typeface="Arial"/>
              </a:defRPr>
            </a:pPr>
            <a:r>
              <a:t>Ry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189220" y="1371600"/>
            <a:ext cx="0" cy="457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5029200" y="1668780"/>
            <a:ext cx="3200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>
                <a:solidFill>
                  <a:srgbClr val="000000"/>
                </a:solidFill>
                <a:latin typeface="Arial"/>
              </a:defRPr>
            </a:pPr>
            <a:r>
              <a:t>X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189220" y="2743200"/>
            <a:ext cx="0" cy="457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5029200" y="3040380"/>
            <a:ext cx="3200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>
                <a:solidFill>
                  <a:srgbClr val="000000"/>
                </a:solidFill>
                <a:latin typeface="Arial"/>
              </a:defRPr>
            </a:pPr>
            <a:r>
              <a:t>X</a:t>
            </a:r>
          </a:p>
        </p:txBody>
      </p:sp>
      <p:sp>
        <p:nvSpPr>
          <p:cNvPr id="36" name="Oval 35"/>
          <p:cNvSpPr/>
          <p:nvPr/>
        </p:nvSpPr>
        <p:spPr>
          <a:xfrm>
            <a:off x="5143500" y="1325880"/>
            <a:ext cx="91440" cy="91440"/>
          </a:xfrm>
          <a:prstGeom prst="ellipse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5143500" y="2697480"/>
            <a:ext cx="91440" cy="91440"/>
          </a:xfrm>
          <a:prstGeom prst="ellipse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5943600" y="1188720"/>
            <a:ext cx="3657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9" name="Connector 38"/>
          <p:cNvCxnSpPr/>
          <p:nvPr/>
        </p:nvCxnSpPr>
        <p:spPr>
          <a:xfrm flipV="1">
            <a:off x="6035040" y="1280160"/>
            <a:ext cx="182880" cy="1828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5943600" y="1645920"/>
            <a:ext cx="3657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1" name="Connector 40"/>
          <p:cNvCxnSpPr/>
          <p:nvPr/>
        </p:nvCxnSpPr>
        <p:spPr>
          <a:xfrm flipV="1">
            <a:off x="6035040" y="1737360"/>
            <a:ext cx="182880" cy="1828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5943600" y="2560320"/>
            <a:ext cx="3657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3" name="Connector 42"/>
          <p:cNvCxnSpPr/>
          <p:nvPr/>
        </p:nvCxnSpPr>
        <p:spPr>
          <a:xfrm flipV="1">
            <a:off x="6035040" y="2651760"/>
            <a:ext cx="182880" cy="1828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5943600" y="3017520"/>
            <a:ext cx="3657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5" name="Connector 44"/>
          <p:cNvCxnSpPr/>
          <p:nvPr/>
        </p:nvCxnSpPr>
        <p:spPr>
          <a:xfrm flipV="1">
            <a:off x="6035040" y="3108960"/>
            <a:ext cx="182880" cy="1828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6858000" y="2286000"/>
            <a:ext cx="1371600" cy="914400"/>
          </a:xfrm>
          <a:prstGeom prst="roundRect">
            <a:avLst/>
          </a:prstGeom>
          <a:solidFill>
            <a:srgbClr val="C5E0B4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000000"/>
                </a:solidFill>
                <a:latin typeface="Arial"/>
              </a:defRPr>
            </a:pPr>
            <a:r>
              <a:rPr dirty="0"/>
              <a:t>Classical</a:t>
            </a:r>
          </a:p>
          <a:p>
            <a:r>
              <a:rPr dirty="0"/>
              <a:t>optimizer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6309360" y="2743200"/>
            <a:ext cx="5486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H="1" flipV="1">
            <a:off x="5486400" y="1005840"/>
            <a:ext cx="2057400" cy="1280160"/>
          </a:xfrm>
          <a:prstGeom prst="bentConnector3">
            <a:avLst/>
          </a:prstGeom>
          <a:ln w="25400">
            <a:solidFill>
              <a:srgbClr val="C864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7315200" y="13716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latin typeface="Times New Roman"/>
              </a:defRPr>
            </a:pPr>
            <a:r>
              <a:t>Update</a:t>
            </a:r>
            <a:br/>
            <a:r>
              <a:t>Parameters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47</Words>
  <Application>Microsoft Macintosh PowerPoint</Application>
  <PresentationFormat>全屏显示(4:3)</PresentationFormat>
  <Paragraphs>25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好好计划的macbook</cp:lastModifiedBy>
  <cp:revision>2</cp:revision>
  <dcterms:created xsi:type="dcterms:W3CDTF">2013-01-27T09:14:16Z</dcterms:created>
  <dcterms:modified xsi:type="dcterms:W3CDTF">2025-11-23T11:03:30Z</dcterms:modified>
  <cp:category/>
</cp:coreProperties>
</file>